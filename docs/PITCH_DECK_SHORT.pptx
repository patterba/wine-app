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notesMaster" Target="notesMasters/notesMaster1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$60B market, but wineries still use pen and paper. We’re solving both sides of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not just a booking platform. We’re a full winery operations platform. The integration is our moat.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looks like a booking platform, but it’s really a wine club SaaS business. That’s where the margins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building the operating system for wine tourism. Start local, then scale nationally.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$750K gets us to 100 wineries and $50K MRR in 18 months. Clear path to Series A or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I’d love to show you the product in person. Let’s schedule a trip to Walla Walla and visit some partner wineries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Wine Tourism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Resy for Wine Country + Wine Club SaaS</a:t>
            </a:r>
            <a:br/>
            <a:br/>
            <a:r>
              <a:rPr/>
              <a:t>[Your Name], Founder &amp; CEO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Raising $750K Seed Round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1: The Problem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Wine Tourism is a $60B Industry Stuck in the 1990s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Wine Tourists (30M annually)</a:t>
            </a:r>
          </a:p>
          <a:p>
            <a:pPr lvl="0"/>
            <a:r>
              <a:rPr/>
              <a:t>Must call wineries individually to book tastings</a:t>
            </a:r>
          </a:p>
          <a:p>
            <a:pPr lvl="0"/>
            <a:r>
              <a:rPr/>
              <a:t>No way to see real-time availability</a:t>
            </a:r>
          </a:p>
          <a:p>
            <a:pPr lvl="0"/>
            <a:r>
              <a:rPr/>
              <a:t>Uncertain if they’ll have space (20-30% turned away)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Wineries (3,000+ in US)</a:t>
            </a:r>
          </a:p>
          <a:p>
            <a:pPr lvl="0"/>
            <a:r>
              <a:rPr/>
              <a:t>Manual booking management (phone calls, spreadsheets)</a:t>
            </a:r>
          </a:p>
          <a:p>
            <a:pPr lvl="0"/>
            <a:r>
              <a:rPr/>
              <a:t>20-30% no-show rate = lost revenue</a:t>
            </a:r>
          </a:p>
          <a:p>
            <a:pPr lvl="0"/>
            <a:r>
              <a:rPr/>
              <a:t>Expensive platforms (Tock: 10-15% commission)</a:t>
            </a:r>
          </a:p>
          <a:p>
            <a:pPr lvl="0"/>
            <a:r>
              <a:rPr/>
              <a:t>Wine club management costs $500+/month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Tourists frustrated. Wineries losing revenue. No modern solution.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2: Our Solution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Products, One Integrated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Booking Platform (4% commission)</a:t>
            </a:r>
          </a:p>
          <a:p>
            <a:pPr lvl="0"/>
            <a:r>
              <a:rPr/>
              <a:t>Browse wineries by region</a:t>
            </a:r>
          </a:p>
          <a:p>
            <a:pPr lvl="0"/>
            <a:r>
              <a:rPr/>
              <a:t>Real-time availability + instant booking</a:t>
            </a:r>
          </a:p>
          <a:p>
            <a:pPr lvl="0"/>
            <a:r>
              <a:rPr/>
              <a:t>Prepaid tastings (eliminates no-shows)</a:t>
            </a:r>
          </a:p>
          <a:p>
            <a:pPr lvl="0"/>
            <a:r>
              <a:rPr b="1"/>
              <a:t>60% cheaper than competitors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Wine Club Management SaaS ($199-799/mo)</a:t>
            </a:r>
          </a:p>
          <a:p>
            <a:pPr lvl="0"/>
            <a:r>
              <a:rPr/>
              <a:t>Recurring billing (Stripe Subscriptions)</a:t>
            </a:r>
          </a:p>
          <a:p>
            <a:pPr lvl="0"/>
            <a:r>
              <a:rPr/>
              <a:t>Shipment scheduling and tracking</a:t>
            </a:r>
          </a:p>
          <a:p>
            <a:pPr lvl="0"/>
            <a:r>
              <a:rPr/>
              <a:t>Member portal (self-service)</a:t>
            </a:r>
          </a:p>
          <a:p>
            <a:pPr lvl="0"/>
            <a:r>
              <a:rPr b="1"/>
              <a:t>3× cheaper than WineDirect</a:t>
            </a:r>
          </a:p>
          <a:p>
            <a:pPr lvl="0" indent="0" marL="0">
              <a:buNone/>
            </a:pPr>
            <a:r>
              <a:rPr b="1"/>
              <a:t>The Secret:</a:t>
            </a:r>
            <a:r>
              <a:rPr/>
              <a:t> Booking customers → Wine club members (10-15% conversion)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3: Market + Business Model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$6B TAM, $600M SAM, $150M SOM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Wine tourism: $60B annually, 10% moving online = </a:t>
            </a:r>
            <a:r>
              <a:rPr b="1"/>
              <a:t>$6B</a:t>
            </a:r>
          </a:p>
          <a:p>
            <a:pPr lvl="0"/>
            <a:r>
              <a:rPr/>
              <a:t>US market: 3,000 wineries × 1,000 bookings/year × $50 = </a:t>
            </a:r>
            <a:r>
              <a:rPr b="1"/>
              <a:t>$150M GMV</a:t>
            </a:r>
          </a:p>
          <a:p>
            <a:pPr lvl="0"/>
            <a:r>
              <a:rPr/>
              <a:t>At 4% commission = $6M booking revenue potential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Revenue Streams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Margin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Wine Club SaaS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$18K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$350K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$1.02M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Premium Listings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$27K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$180K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$540K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Booking Commissions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$120K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$81K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$690K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$1.97M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~70%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Wine club management = 52% of Year 3 revenue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4: Why We Win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60% Cheaper Pricing</a:t>
            </a:r>
          </a:p>
          <a:p>
            <a:pPr lvl="0"/>
            <a:r>
              <a:rPr/>
              <a:t>Our booking: </a:t>
            </a:r>
            <a:r>
              <a:rPr b="1"/>
              <a:t>4%</a:t>
            </a:r>
            <a:r>
              <a:rPr/>
              <a:t> vs. Tock: 10-15%</a:t>
            </a:r>
          </a:p>
          <a:p>
            <a:pPr lvl="0"/>
            <a:r>
              <a:rPr/>
              <a:t>Our wine club: </a:t>
            </a:r>
            <a:r>
              <a:rPr b="1"/>
              <a:t>$199/mo</a:t>
            </a:r>
            <a:r>
              <a:rPr/>
              <a:t> vs. WineDirect: $500/mo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Integrated Platform (Unique!)</a:t>
            </a:r>
          </a:p>
          <a:p>
            <a:pPr lvl="0"/>
            <a:r>
              <a:rPr/>
              <a:t>Booking → Wine club signup funnel</a:t>
            </a:r>
          </a:p>
          <a:p>
            <a:pPr lvl="0"/>
            <a:r>
              <a:rPr/>
              <a:t>Single dashboard for wineries</a:t>
            </a:r>
          </a:p>
          <a:p>
            <a:pPr lvl="0"/>
            <a:r>
              <a:rPr/>
              <a:t>No competitor connects these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Regional Dominance Strategy</a:t>
            </a:r>
          </a:p>
          <a:p>
            <a:pPr lvl="0"/>
            <a:r>
              <a:rPr/>
              <a:t>Launch Walla Walla (15 wineries) ✅</a:t>
            </a:r>
          </a:p>
          <a:p>
            <a:pPr lvl="0"/>
            <a:r>
              <a:rPr/>
              <a:t>Expand Pacific NW (160 wineries)</a:t>
            </a:r>
          </a:p>
          <a:p>
            <a:pPr lvl="0"/>
            <a:r>
              <a:rPr/>
              <a:t>Then California (1,000+ wineries)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Founder Market Fit</a:t>
            </a:r>
          </a:p>
          <a:p>
            <a:pPr lvl="0"/>
            <a:r>
              <a:rPr/>
              <a:t>Based in Walla Walla wine country</a:t>
            </a:r>
          </a:p>
          <a:p>
            <a:pPr lvl="0"/>
            <a:r>
              <a:rPr/>
              <a:t>Marketing background</a:t>
            </a:r>
          </a:p>
          <a:p>
            <a:pPr lvl="0"/>
            <a:r>
              <a:rPr/>
              <a:t>15+ local winery relationships</a:t>
            </a:r>
          </a:p>
          <a:p>
            <a:pPr lvl="0" indent="0" marL="0">
              <a:buNone/>
            </a:pPr>
            <a:r>
              <a:rPr b="1"/>
              <a:t>Network Effects:</a:t>
            </a:r>
            <a:r>
              <a:rPr/>
              <a:t> More wineries → More tourists → More wineries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5: The Ask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Raising $750K Seed 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of Funds</a:t>
            </a:r>
          </a:p>
          <a:p>
            <a:pPr lvl="0"/>
            <a:r>
              <a:rPr b="1"/>
              <a:t>40% Engineering</a:t>
            </a:r>
            <a:r>
              <a:rPr/>
              <a:t> ($300K) - 2 engineers, both platforms</a:t>
            </a:r>
          </a:p>
          <a:p>
            <a:pPr lvl="0"/>
            <a:r>
              <a:rPr b="1"/>
              <a:t>30% Marketing</a:t>
            </a:r>
            <a:r>
              <a:rPr/>
              <a:t> ($225K) - User + winery acquisition</a:t>
            </a:r>
          </a:p>
          <a:p>
            <a:pPr lvl="0"/>
            <a:r>
              <a:rPr b="1"/>
              <a:t>20% Operations</a:t>
            </a:r>
            <a:r>
              <a:rPr/>
              <a:t> ($150K) - Support, legal, insurance</a:t>
            </a:r>
          </a:p>
          <a:p>
            <a:pPr lvl="0"/>
            <a:r>
              <a:rPr b="1"/>
              <a:t>10% Buffer</a:t>
            </a:r>
            <a:r>
              <a:rPr/>
              <a:t> ($75K)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18-Month Milestones</a:t>
            </a:r>
          </a:p>
          <a:p>
            <a:pPr lvl="0"/>
            <a:r>
              <a:rPr b="1"/>
              <a:t>Month 6:</a:t>
            </a:r>
            <a:r>
              <a:rPr/>
              <a:t> Booking platform live, 15 wineries, $2K MRR</a:t>
            </a:r>
          </a:p>
          <a:p>
            <a:pPr lvl="0"/>
            <a:r>
              <a:rPr b="1"/>
              <a:t>Month 9:</a:t>
            </a:r>
            <a:r>
              <a:rPr/>
              <a:t> Wine club beta, 5 wineries, $5K MRR</a:t>
            </a:r>
          </a:p>
          <a:p>
            <a:pPr lvl="0"/>
            <a:r>
              <a:rPr b="1"/>
              <a:t>Month 12:</a:t>
            </a:r>
            <a:r>
              <a:rPr/>
              <a:t> 30 wineries, $10K MRR, break-even</a:t>
            </a:r>
          </a:p>
          <a:p>
            <a:pPr lvl="0"/>
            <a:r>
              <a:rPr b="1"/>
              <a:t>Month 18:</a:t>
            </a:r>
            <a:r>
              <a:rPr/>
              <a:t> 100 wineries, $50K MRR → Series A ready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Valuation: $3-4M pre-money</a:t>
            </a:r>
          </a:p>
          <a:p>
            <a:pPr lvl="0" indent="0" marL="0">
              <a:buNone/>
            </a:pPr>
            <a:r>
              <a:rPr b="1"/>
              <a:t>Comparable Exits:</a:t>
            </a:r>
            <a:r>
              <a:rPr/>
              <a:t> Resy ($70M), Tock ($400M)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6: Contact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Build the Future of Wine Tourism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[Your Name]</a:t>
            </a:r>
            <a:r>
              <a:rPr/>
              <a:t> Founder &amp; CEO</a:t>
            </a:r>
          </a:p>
          <a:p>
            <a:pPr lvl="0" indent="0" marL="0">
              <a:buNone/>
            </a:pPr>
            <a:r>
              <a:rPr/>
              <a:t>📧 [your@email.com] 📱 [phone number] 🌐 [website] 💼 [LinkedIn]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Next Steps:</a:t>
            </a:r>
            <a:r>
              <a:rPr/>
              <a:t> - Schedule follow-up meeting - Product demo in Walla Walla - Share financial model - Due diligence materials</a:t>
            </a:r>
          </a:p>
          <a:p>
            <a:pPr lvl="0" indent="0" marL="0">
              <a:buNone/>
            </a:pPr>
            <a:r>
              <a:rPr b="1"/>
              <a:t>Thank you!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Tourism Platform</dc:title>
  <dc:creator>[Your Name], Founder &amp; CEO</dc:creator>
  <cp:keywords/>
  <dcterms:created xsi:type="dcterms:W3CDTF">2026-01-15T23:26:19Z</dcterms:created>
  <dcterms:modified xsi:type="dcterms:W3CDTF">2026-01-15T23:26:19Z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Raising $750K Seed Round</vt:lpwstr>
  </property>
  <property fmtid="{D5CDD505-2E9C-101B-9397-08002B2CF9AE}" pid="3" name="subtitle">
    <vt:lpwstr>The Resy for Wine Country + Wine Club SaaS</vt:lpwstr>
  </property>
</Properties>
</file>