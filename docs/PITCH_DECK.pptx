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Wine tourism is a $60B global industry, but it’s stuck in the 1990s. We’re solving both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We’re a two-sided marketplace. Tourists get certainty. Wineries get prepaid revenue at the lowest fee in the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Non-technical founder with marketing expertise and deep wine industry connections. This round lets me hire the team to scale nationally.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Wine Tourism Booking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Resy for Wine Country</a:t>
            </a:r>
            <a:br/>
            <a:br/>
            <a:r>
              <a:rPr/>
              <a:t>Founder &amp; CEO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Raising $750K Seed Round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 Wine Tourists</a:t>
            </a:r>
          </a:p>
          <a:p>
            <a:pPr lvl="0"/>
            <a:r>
              <a:rPr/>
              <a:t>🔍 Hard to discover wineries and check availability</a:t>
            </a:r>
          </a:p>
          <a:p>
            <a:pPr lvl="0"/>
            <a:r>
              <a:rPr/>
              <a:t>📞 Must call wineries individually (during business hours only)</a:t>
            </a:r>
          </a:p>
          <a:p>
            <a:pPr lvl="0"/>
            <a:r>
              <a:rPr/>
              <a:t>❌ Uncertain if they’ll have space (walk-up risk)</a:t>
            </a:r>
          </a:p>
          <a:p>
            <a:pPr lvl="0"/>
            <a:r>
              <a:rPr/>
              <a:t>🗺️ Fragmented trip planning (no central platform)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For Wineries</a:t>
            </a:r>
          </a:p>
          <a:p>
            <a:pPr lvl="0"/>
            <a:r>
              <a:rPr/>
              <a:t>📝 Manual booking management (phone calls, spreadsheets)</a:t>
            </a:r>
          </a:p>
          <a:p>
            <a:pPr lvl="0"/>
            <a:r>
              <a:rPr/>
              <a:t>👻 20-30% no-show rate on walk-ins = lost revenue</a:t>
            </a:r>
          </a:p>
          <a:p>
            <a:pPr lvl="0"/>
            <a:r>
              <a:rPr/>
              <a:t>📊 No capacity planning tools</a:t>
            </a:r>
          </a:p>
          <a:p>
            <a:pPr lvl="0"/>
            <a:r>
              <a:rPr/>
              <a:t>💸 Pay 10-15% commission to platforms like Tock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 Wine Tourists</a:t>
            </a:r>
          </a:p>
          <a:p>
            <a:pPr lvl="0"/>
            <a:r>
              <a:rPr/>
              <a:t>✅ Discover wineries by region with rich profiles</a:t>
            </a:r>
          </a:p>
          <a:p>
            <a:pPr lvl="0"/>
            <a:r>
              <a:rPr/>
              <a:t>✅ See real-time availability and book instantly</a:t>
            </a:r>
          </a:p>
          <a:p>
            <a:pPr lvl="0"/>
            <a:r>
              <a:rPr/>
              <a:t>✅ Prepay tasting fee for guaranteed reservation</a:t>
            </a:r>
          </a:p>
          <a:p>
            <a:pPr lvl="0"/>
            <a:r>
              <a:rPr/>
              <a:t>✅ Plan multi-winery itineraries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For Wineries</a:t>
            </a:r>
          </a:p>
          <a:p>
            <a:pPr lvl="0"/>
            <a:r>
              <a:rPr/>
              <a:t>✅ Automated booking management with capacity controls</a:t>
            </a:r>
          </a:p>
          <a:p>
            <a:pPr lvl="0"/>
            <a:r>
              <a:rPr/>
              <a:t>✅ Prepaid tastings reduce no-shows to near-zero</a:t>
            </a:r>
          </a:p>
          <a:p>
            <a:pPr lvl="0"/>
            <a:r>
              <a:rPr/>
              <a:t>✅ Marketing exposure to qualified wine tourists</a:t>
            </a:r>
          </a:p>
          <a:p>
            <a:pPr lvl="0"/>
            <a:r>
              <a:rPr/>
              <a:t>✅ </a:t>
            </a:r>
            <a:r>
              <a:rPr b="1"/>
              <a:t>Just 4% commission</a:t>
            </a:r>
            <a:r>
              <a:rPr/>
              <a:t> (vs. 10-15% competitors)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Total Addressable Market (TAM): $6B</a:t>
            </a:r>
          </a:p>
          <a:p>
            <a:pPr lvl="0"/>
            <a:r>
              <a:rPr/>
              <a:t>Global wine tourism: $60B annually</a:t>
            </a:r>
          </a:p>
          <a:p>
            <a:pPr lvl="0"/>
            <a:r>
              <a:rPr/>
              <a:t>10% moving online = $6B opportunity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Serviceable Addressable Market (SAM): $600M</a:t>
            </a:r>
          </a:p>
          <a:p>
            <a:pPr lvl="0"/>
            <a:r>
              <a:rPr/>
              <a:t>US wine tourism: $6B annually</a:t>
            </a:r>
          </a:p>
          <a:p>
            <a:pPr lvl="0"/>
            <a:r>
              <a:rPr/>
              <a:t>10% online = $600M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Serviceable Obtainable Market (SOM): $150M GMV</a:t>
            </a:r>
          </a:p>
          <a:p>
            <a:pPr lvl="0"/>
            <a:r>
              <a:rPr/>
              <a:t>3,000 visitor-friendly US wineries</a:t>
            </a:r>
          </a:p>
          <a:p>
            <a:pPr lvl="0"/>
            <a:r>
              <a:rPr/>
              <a:t>1,000 tastings/year per winery going online</a:t>
            </a:r>
          </a:p>
          <a:p>
            <a:pPr lvl="0"/>
            <a:r>
              <a:rPr/>
              <a:t>Average $50 tasting fee</a:t>
            </a:r>
          </a:p>
          <a:p>
            <a:pPr lvl="0"/>
            <a:r>
              <a:rPr b="1"/>
              <a:t>At 4% commission = $6M annual revenue potential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Market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📈 Wine tourism growing </a:t>
            </a:r>
            <a:r>
              <a:rPr b="1"/>
              <a:t>8% annually</a:t>
            </a:r>
          </a:p>
          <a:p>
            <a:pPr lvl="0"/>
            <a:r>
              <a:rPr/>
              <a:t>📱 </a:t>
            </a:r>
            <a:r>
              <a:rPr b="1"/>
              <a:t>60% prefer online booking</a:t>
            </a:r>
          </a:p>
          <a:p>
            <a:pPr lvl="0"/>
            <a:r>
              <a:rPr/>
              <a:t>🍷 Premium experiences increasing (tastings now $40-75 vs. $10-20)</a:t>
            </a:r>
          </a:p>
          <a:p>
            <a:pPr lvl="0"/>
            <a:r>
              <a:rPr/>
              <a:t>🎯 Only 10% online penetration today</a:t>
            </a:r>
          </a:p>
          <a:p>
            <a:pPr lvl="0" indent="0" marL="0">
              <a:buNone/>
            </a:pPr>
            <a:r>
              <a:rPr b="1"/>
              <a:t>This is a massive, growing market ready for disruption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Primary Revenue: 4% Transaction Fee</a:t>
            </a:r>
          </a:p>
          <a:p>
            <a:pPr lvl="0"/>
            <a:r>
              <a:rPr/>
              <a:t>Example: $50 tasting → </a:t>
            </a:r>
            <a:r>
              <a:rPr b="1"/>
              <a:t>$2 platform fee</a:t>
            </a:r>
            <a:r>
              <a:rPr/>
              <a:t> → $46.25 to winery</a:t>
            </a:r>
          </a:p>
          <a:p>
            <a:pPr lvl="0"/>
            <a:r>
              <a:rPr b="1"/>
              <a:t>60% cheaper than competitors</a:t>
            </a:r>
            <a:r>
              <a:rPr/>
              <a:t> (Tock: 10-15%, OpenTable: 10%)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Secondary Revenue Streams (Year 2+)</a:t>
            </a:r>
          </a:p>
          <a:p>
            <a:pPr lvl="0"/>
            <a:r>
              <a:rPr/>
              <a:t>💎 </a:t>
            </a:r>
            <a:r>
              <a:rPr b="1"/>
              <a:t>Premium listings</a:t>
            </a:r>
            <a:r>
              <a:rPr/>
              <a:t>: $5 per confirmed booking</a:t>
            </a:r>
          </a:p>
          <a:p>
            <a:pPr lvl="0"/>
            <a:r>
              <a:rPr/>
              <a:t>🍷 </a:t>
            </a:r>
            <a:r>
              <a:rPr b="1"/>
              <a:t>Wine club management</a:t>
            </a:r>
            <a:r>
              <a:rPr/>
              <a:t>: $199-799/month + 1.5% fees</a:t>
            </a:r>
          </a:p>
          <a:p>
            <a:pPr lvl="0"/>
            <a:r>
              <a:rPr/>
              <a:t>📊 </a:t>
            </a:r>
            <a:r>
              <a:rPr b="1"/>
              <a:t>Premium winery tools</a:t>
            </a:r>
            <a:r>
              <a:rPr/>
              <a:t>: $49-99/month</a:t>
            </a:r>
          </a:p>
          <a:p>
            <a:pPr lvl="0"/>
            <a:r>
              <a:rPr/>
              <a:t>🎟️ </a:t>
            </a:r>
            <a:r>
              <a:rPr b="1"/>
              <a:t>Event ticketing</a:t>
            </a:r>
            <a:r>
              <a:rPr/>
              <a:t>: 5% commission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Unit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Standard Booking (70% of volume)</a:t>
            </a:r>
          </a:p>
          <a:p>
            <a:pPr lvl="0"/>
            <a:r>
              <a:rPr/>
              <a:t>Revenue: $2.00 (4% commission)</a:t>
            </a:r>
          </a:p>
          <a:p>
            <a:pPr lvl="0"/>
            <a:r>
              <a:rPr/>
              <a:t>Costs: $2.10 (Stripe, hosting, support)</a:t>
            </a:r>
          </a:p>
          <a:p>
            <a:pPr lvl="0"/>
            <a:r>
              <a:rPr b="1"/>
              <a:t>Margin: -$0.10</a:t>
            </a:r>
            <a:r>
              <a:rPr/>
              <a:t> (nearly break-even)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Featured Booking (30% of volume)</a:t>
            </a:r>
          </a:p>
          <a:p>
            <a:pPr lvl="0"/>
            <a:r>
              <a:rPr/>
              <a:t>Revenue: $7.00 ($5 premium + $2 commission)</a:t>
            </a:r>
          </a:p>
          <a:p>
            <a:pPr lvl="0"/>
            <a:r>
              <a:rPr/>
              <a:t>Costs: $2.10</a:t>
            </a:r>
          </a:p>
          <a:p>
            <a:pPr lvl="0"/>
            <a:r>
              <a:rPr b="1"/>
              <a:t>Margin: $4.90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Blended Average</a:t>
            </a:r>
          </a:p>
          <a:p>
            <a:pPr lvl="0"/>
            <a:r>
              <a:rPr b="1"/>
              <a:t>$1.40 profit per booking</a:t>
            </a:r>
          </a:p>
          <a:p>
            <a:pPr lvl="0"/>
            <a:r>
              <a:rPr/>
              <a:t>Improves to $2.40 with 50% premium adoption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Walla Walla Launch (Month 6 target)</a:t>
            </a:r>
          </a:p>
          <a:p>
            <a:pPr lvl="0"/>
            <a:r>
              <a:rPr/>
              <a:t>✅ 10-15 founding wineries committed</a:t>
            </a:r>
          </a:p>
          <a:p>
            <a:pPr lvl="0"/>
            <a:r>
              <a:rPr/>
              <a:t>🎯 300+ registered users</a:t>
            </a:r>
          </a:p>
          <a:p>
            <a:pPr lvl="0"/>
            <a:r>
              <a:rPr/>
              <a:t>🎯 100 bookings/month by Month 6</a:t>
            </a:r>
          </a:p>
          <a:p>
            <a:pPr lvl="0"/>
            <a:r>
              <a:rPr/>
              <a:t>🎯 $5,000 GMV → $200 platform revenue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Target Metrics</a:t>
            </a:r>
          </a:p>
          <a:p>
            <a:pPr lvl="0"/>
            <a:r>
              <a:rPr b="1"/>
              <a:t>Booking Conversion</a:t>
            </a:r>
            <a:r>
              <a:rPr/>
              <a:t>: 8% (industry: 3-5%)</a:t>
            </a:r>
          </a:p>
          <a:p>
            <a:pPr lvl="0"/>
            <a:r>
              <a:rPr b="1"/>
              <a:t>CAC</a:t>
            </a:r>
            <a:r>
              <a:rPr/>
              <a:t>: $15 per user</a:t>
            </a:r>
          </a:p>
          <a:p>
            <a:pPr lvl="0"/>
            <a:r>
              <a:rPr b="1"/>
              <a:t>Winery LTV</a:t>
            </a:r>
            <a:r>
              <a:rPr/>
              <a:t>: $1,500 (3 years)</a:t>
            </a:r>
          </a:p>
          <a:p>
            <a:pPr lvl="0"/>
            <a:r>
              <a:rPr b="1"/>
              <a:t>Winery LTV/CAC</a:t>
            </a:r>
            <a:r>
              <a:rPr/>
              <a:t>: 7.5× ✅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Competition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 Advantage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Tock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10-15%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Restaurants + Wine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60% cheaper + wine-specialized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CellarPass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$50-150/mo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Napa/Sonoma only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Performance-based pricing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OpenTable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Restaurants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Wine-specific features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Resy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~10%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Restaurants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 wine tourism focus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We Win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Lowest commission</a:t>
            </a:r>
            <a:r>
              <a:rPr/>
              <a:t> (4% vs. 10-15%)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Wine-specialized</a:t>
            </a:r>
            <a:r>
              <a:rPr/>
              <a:t> features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Regional dominance</a:t>
            </a:r>
            <a:r>
              <a:rPr/>
              <a:t> strategy</a:t>
            </a:r>
          </a:p>
          <a:p>
            <a:pPr lvl="0" indent="-342900" marL="342900">
              <a:buAutoNum type="arabicPeriod"/>
            </a:pPr>
            <a:r>
              <a:rPr/>
              <a:t>✅ </a:t>
            </a:r>
            <a:r>
              <a:rPr b="1"/>
              <a:t>Founder market fit</a:t>
            </a:r>
            <a:r>
              <a:rPr/>
              <a:t> (Walla Walla-based)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Phase 1 (Months 1-6): Walla Walla ✅</a:t>
            </a:r>
          </a:p>
          <a:p>
            <a:pPr lvl="0"/>
            <a:r>
              <a:rPr/>
              <a:t>Launch with 10-15 wineries</a:t>
            </a:r>
          </a:p>
          <a:p>
            <a:pPr lvl="0"/>
            <a:r>
              <a:rPr/>
              <a:t>Prove product-market fit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Phase 2 (Months 7-12): Pacific Northwest</a:t>
            </a:r>
          </a:p>
          <a:p>
            <a:pPr lvl="0"/>
            <a:r>
              <a:rPr/>
              <a:t>Willamette Valley, Columbia Gorge, Yakima Valley</a:t>
            </a:r>
          </a:p>
          <a:p>
            <a:pPr lvl="0"/>
            <a:r>
              <a:rPr b="1"/>
              <a:t>160 wineries added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Phase 3 (Year 2): West Coast Scale</a:t>
            </a:r>
          </a:p>
          <a:p>
            <a:pPr lvl="0"/>
            <a:r>
              <a:rPr/>
              <a:t>Napa, Sonoma, Paso Robles, Russian River</a:t>
            </a:r>
          </a:p>
          <a:p>
            <a:pPr lvl="0"/>
            <a:r>
              <a:rPr b="1"/>
              <a:t>1,125 wineries added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Phase 4 (Year 3): National + International</a:t>
            </a:r>
          </a:p>
          <a:p>
            <a:pPr lvl="0"/>
            <a:r>
              <a:rPr/>
              <a:t>Finger Lakes, Texas Hill Country, Charlottesville</a:t>
            </a:r>
          </a:p>
          <a:p>
            <a:pPr lvl="0"/>
            <a:r>
              <a:rPr/>
              <a:t>International: Bordeaux, Tuscany, Mendoza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Growth Flywheel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More Wineries → More Bookings → More Revenue for Wineries →
Better Reviews → More Discovery → More Wineries Join → Repeat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User Acquisition (CAC: $15)</a:t>
            </a:r>
          </a:p>
          <a:p>
            <a:pPr lvl="0"/>
            <a:r>
              <a:rPr/>
              <a:t>🔍 </a:t>
            </a:r>
            <a:r>
              <a:rPr b="1"/>
              <a:t>SEO</a:t>
            </a:r>
            <a:r>
              <a:rPr/>
              <a:t>: Own “wine tasting reservations [region]”</a:t>
            </a:r>
          </a:p>
          <a:p>
            <a:pPr lvl="0"/>
            <a:r>
              <a:rPr/>
              <a:t>📝 </a:t>
            </a:r>
            <a:r>
              <a:rPr b="1"/>
              <a:t>Content</a:t>
            </a:r>
            <a:r>
              <a:rPr/>
              <a:t>: Wine region guides (2 posts/week)</a:t>
            </a:r>
          </a:p>
          <a:p>
            <a:pPr lvl="0"/>
            <a:r>
              <a:rPr/>
              <a:t>📱 </a:t>
            </a:r>
            <a:r>
              <a:rPr b="1"/>
              <a:t>Social</a:t>
            </a:r>
            <a:r>
              <a:rPr/>
              <a:t>: Instagram-first strategy</a:t>
            </a:r>
          </a:p>
          <a:p>
            <a:pPr lvl="0"/>
            <a:r>
              <a:rPr/>
              <a:t>🤝 </a:t>
            </a:r>
            <a:r>
              <a:rPr b="1"/>
              <a:t>Partnerships</a:t>
            </a:r>
            <a:r>
              <a:rPr/>
              <a:t>: Tourism boards, wine associations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Winery Acquisition (CAC: $200)</a:t>
            </a:r>
          </a:p>
          <a:p>
            <a:pPr lvl="0"/>
            <a:r>
              <a:rPr/>
              <a:t>🎯 </a:t>
            </a:r>
            <a:r>
              <a:rPr b="1"/>
              <a:t>Direct outreach</a:t>
            </a:r>
            <a:r>
              <a:rPr/>
              <a:t>: Founder-led</a:t>
            </a:r>
          </a:p>
          <a:p>
            <a:pPr lvl="0"/>
            <a:r>
              <a:rPr/>
              <a:t>🗣️ </a:t>
            </a:r>
            <a:r>
              <a:rPr b="1"/>
              <a:t>Referrals</a:t>
            </a:r>
            <a:r>
              <a:rPr/>
              <a:t>: $50 credit per referral</a:t>
            </a:r>
          </a:p>
          <a:p>
            <a:pPr lvl="0"/>
            <a:r>
              <a:rPr/>
              <a:t>🎤 </a:t>
            </a:r>
            <a:r>
              <a:rPr b="1"/>
              <a:t>Trade shows</a:t>
            </a:r>
            <a:r>
              <a:rPr/>
              <a:t>: Wine industry conferences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[Your Name], Founder &amp; CEO</a:t>
            </a:r>
          </a:p>
          <a:p>
            <a:pPr lvl="0"/>
            <a:r>
              <a:rPr/>
              <a:t>🍷 Lives in Walla Walla wine country</a:t>
            </a:r>
          </a:p>
          <a:p>
            <a:pPr lvl="0"/>
            <a:r>
              <a:rPr/>
              <a:t>📊 Marketing background</a:t>
            </a:r>
          </a:p>
          <a:p>
            <a:pPr lvl="0"/>
            <a:r>
              <a:rPr/>
              <a:t>🎯 Built relationships with 15+ local wineries</a:t>
            </a:r>
          </a:p>
          <a:p>
            <a:pPr lvl="0"/>
            <a:r>
              <a:rPr/>
              <a:t>🚀 Proven ability to acquire wineries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Hiring Plan (Use of Funds)</a:t>
            </a:r>
          </a:p>
          <a:p>
            <a:pPr lvl="0"/>
            <a:r>
              <a:rPr/>
              <a:t>👨‍💻 2 full-stack engineers</a:t>
            </a:r>
          </a:p>
          <a:p>
            <a:pPr lvl="0"/>
            <a:r>
              <a:rPr/>
              <a:t>🎨 1 product designer</a:t>
            </a:r>
          </a:p>
          <a:p>
            <a:pPr lvl="0"/>
            <a:r>
              <a:rPr/>
              <a:t>📊 1 winery success manager</a:t>
            </a:r>
          </a:p>
          <a:p>
            <a:pPr lvl="0"/>
            <a:r>
              <a:rPr/>
              <a:t>📈 1 marketing manager (Year 2)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Financial Projections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Year 3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Wineries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Active Users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Annual Bookings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150,000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GMV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$500K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$2.5M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$7.5M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Total Revenue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$69K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$588K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$1.97M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Net Income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-$81K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$151K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$1.10M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Revenue Breakdown (Year 3)</a:t>
            </a:r>
          </a:p>
          <a:p>
            <a:pPr lvl="0"/>
            <a:r>
              <a:rPr/>
              <a:t>Wine Club Management: $1.02M (52%)</a:t>
            </a:r>
          </a:p>
          <a:p>
            <a:pPr lvl="0"/>
            <a:r>
              <a:rPr/>
              <a:t>Premium Listings: $540K (27%)</a:t>
            </a:r>
          </a:p>
          <a:p>
            <a:pPr lvl="0"/>
            <a:r>
              <a:rPr/>
              <a:t>Booking Commissions: $300K (15%)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Revenue Mix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Year 1: Marketplace Focus</a:t>
            </a:r>
          </a:p>
          <a:p>
            <a:pPr lvl="0"/>
            <a:r>
              <a:rPr/>
              <a:t>Booking commissions: $30K</a:t>
            </a:r>
          </a:p>
          <a:p>
            <a:pPr lvl="0"/>
            <a:r>
              <a:rPr/>
              <a:t>Premium listings: $27K</a:t>
            </a:r>
          </a:p>
          <a:p>
            <a:pPr lvl="0"/>
            <a:r>
              <a:rPr/>
              <a:t>Wine club (beta): $6K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Year 2: SaaS Growth</a:t>
            </a:r>
          </a:p>
          <a:p>
            <a:pPr lvl="0"/>
            <a:r>
              <a:rPr/>
              <a:t>Wine club management: $248K (primary driver)</a:t>
            </a:r>
          </a:p>
          <a:p>
            <a:pPr lvl="0"/>
            <a:r>
              <a:rPr/>
              <a:t>Premium listings: $180K</a:t>
            </a:r>
          </a:p>
          <a:p>
            <a:pPr lvl="0"/>
            <a:r>
              <a:rPr/>
              <a:t>Booking commissions: $120K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Year 3: SaaS Platform</a:t>
            </a:r>
          </a:p>
          <a:p>
            <a:pPr lvl="0"/>
            <a:r>
              <a:rPr/>
              <a:t>Wine club management: </a:t>
            </a:r>
            <a:r>
              <a:rPr b="1"/>
              <a:t>$1.02M</a:t>
            </a:r>
            <a:r>
              <a:rPr/>
              <a:t> (becomes largest revenue stream)</a:t>
            </a:r>
          </a:p>
          <a:p>
            <a:pPr lvl="0"/>
            <a:r>
              <a:rPr/>
              <a:t>Total revenue: </a:t>
            </a:r>
            <a:r>
              <a:rPr b="1"/>
              <a:t>$1.97M</a:t>
            </a:r>
          </a:p>
          <a:p>
            <a:pPr lvl="0"/>
            <a:r>
              <a:rPr/>
              <a:t>Profit margin: </a:t>
            </a:r>
            <a:r>
              <a:rPr b="1"/>
              <a:t>56%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Path to Profitability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Year 1: Investment Phase</a:t>
            </a:r>
          </a:p>
          <a:p>
            <a:pPr lvl="0"/>
            <a:r>
              <a:rPr/>
              <a:t>-$81K net loss</a:t>
            </a:r>
          </a:p>
          <a:p>
            <a:pPr lvl="0"/>
            <a:r>
              <a:rPr/>
              <a:t>Building supply (wineries) and demand (users)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Year 2: Break-Even</a:t>
            </a:r>
          </a:p>
          <a:p>
            <a:pPr lvl="0"/>
            <a:r>
              <a:rPr/>
              <a:t>$151K profit (26% margin)</a:t>
            </a:r>
          </a:p>
          <a:p>
            <a:pPr lvl="0"/>
            <a:r>
              <a:rPr/>
              <a:t>Break-even in Q2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Year 3: High Margin SaaS</a:t>
            </a:r>
          </a:p>
          <a:p>
            <a:pPr lvl="0"/>
            <a:r>
              <a:rPr/>
              <a:t>$1.10M profit (56% margin)</a:t>
            </a:r>
          </a:p>
          <a:p>
            <a:pPr lvl="0"/>
            <a:r>
              <a:rPr/>
              <a:t>Wine club management drives profitability</a:t>
            </a:r>
          </a:p>
          <a:p>
            <a:pPr lvl="0" indent="0" marL="0">
              <a:buNone/>
            </a:pPr>
            <a:r>
              <a:rPr b="1"/>
              <a:t>This transforms from thin-margin marketplace to high-margin SaaS platform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Fundraising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Asking: $750,000 Seed Round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 of Funds</a:t>
            </a:r>
          </a:p>
          <a:p>
            <a:pPr lvl="0"/>
            <a:r>
              <a:rPr b="1"/>
              <a:t>40% Engineering</a:t>
            </a:r>
            <a:r>
              <a:rPr/>
              <a:t> ($300K) - 2 engineers, mobile apps</a:t>
            </a:r>
          </a:p>
          <a:p>
            <a:pPr lvl="0"/>
            <a:r>
              <a:rPr b="1"/>
              <a:t>30% Marketing</a:t>
            </a:r>
            <a:r>
              <a:rPr/>
              <a:t> ($225K) - User acquisition, winery sales</a:t>
            </a:r>
          </a:p>
          <a:p>
            <a:pPr lvl="0"/>
            <a:r>
              <a:rPr b="1"/>
              <a:t>20% Operations</a:t>
            </a:r>
            <a:r>
              <a:rPr/>
              <a:t> ($150K) - Support, account management</a:t>
            </a:r>
          </a:p>
          <a:p>
            <a:pPr lvl="0"/>
            <a:r>
              <a:rPr b="1"/>
              <a:t>10% Contingency</a:t>
            </a:r>
            <a:r>
              <a:rPr/>
              <a:t> ($75K)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Runway: 18-24 months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Milestones</a:t>
            </a:r>
          </a:p>
          <a:p>
            <a:pPr lvl="0"/>
            <a:r>
              <a:rPr/>
              <a:t>Month 12: 100 wineries, $500K GMV</a:t>
            </a:r>
          </a:p>
          <a:p>
            <a:pPr lvl="0"/>
            <a:r>
              <a:rPr/>
              <a:t>Month 18: 300 wineries, break-even</a:t>
            </a:r>
          </a:p>
          <a:p>
            <a:pPr lvl="0"/>
            <a:r>
              <a:rPr/>
              <a:t>Month 24: 500 wineries, $151K profit → Series A ready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Valuation: $3-4M pre-money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Vision: Global Platform for Wine Tourism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5-Year Goals</a:t>
            </a:r>
          </a:p>
          <a:p>
            <a:pPr lvl="0"/>
            <a:r>
              <a:rPr/>
              <a:t>🌎 </a:t>
            </a:r>
            <a:r>
              <a:rPr b="1"/>
              <a:t>50 wine regions</a:t>
            </a:r>
            <a:r>
              <a:rPr/>
              <a:t> (US, Europe, S. America, Australia)</a:t>
            </a:r>
          </a:p>
          <a:p>
            <a:pPr lvl="0"/>
            <a:r>
              <a:rPr/>
              <a:t>🍷 </a:t>
            </a:r>
            <a:r>
              <a:rPr b="1"/>
              <a:t>5,000 wineries</a:t>
            </a:r>
            <a:r>
              <a:rPr/>
              <a:t> on the platform</a:t>
            </a:r>
          </a:p>
          <a:p>
            <a:pPr lvl="0"/>
            <a:r>
              <a:rPr/>
              <a:t>👥 </a:t>
            </a:r>
            <a:r>
              <a:rPr b="1"/>
              <a:t>500,000 active users</a:t>
            </a:r>
          </a:p>
          <a:p>
            <a:pPr lvl="0"/>
            <a:r>
              <a:rPr/>
              <a:t>💰 </a:t>
            </a:r>
            <a:r>
              <a:rPr b="1"/>
              <a:t>$50M GMV</a:t>
            </a:r>
          </a:p>
          <a:p>
            <a:pPr lvl="0"/>
            <a:r>
              <a:rPr/>
              <a:t>📱 </a:t>
            </a:r>
            <a:r>
              <a:rPr b="1"/>
              <a:t>#1 app</a:t>
            </a:r>
            <a:r>
              <a:rPr/>
              <a:t> in wine tourism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Product Expansion</a:t>
            </a:r>
          </a:p>
          <a:p>
            <a:pPr lvl="0"/>
            <a:r>
              <a:rPr/>
              <a:t>🎟️ Events &amp; experiences</a:t>
            </a:r>
          </a:p>
          <a:p>
            <a:pPr lvl="0"/>
            <a:r>
              <a:rPr/>
              <a:t>🍇 Wine club integration</a:t>
            </a:r>
          </a:p>
          <a:p>
            <a:pPr lvl="0"/>
            <a:r>
              <a:rPr/>
              <a:t>🛒 Wine marketplace</a:t>
            </a:r>
          </a:p>
          <a:p>
            <a:pPr lvl="0"/>
            <a:r>
              <a:rPr/>
              <a:t>📚 Wine education</a:t>
            </a:r>
          </a:p>
          <a:p>
            <a:pPr lvl="0"/>
            <a:r>
              <a:rPr/>
              <a:t>🏢 B2B white-label solutions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Exit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Strategic Acquisition</a:t>
            </a:r>
          </a:p>
          <a:p>
            <a:pPr lvl="0" indent="0" marL="0">
              <a:buNone/>
            </a:pPr>
            <a:r>
              <a:rPr b="1"/>
              <a:t>Likely Buyers:</a:t>
            </a:r>
            <a:r>
              <a:rPr/>
              <a:t> - Expedia/Booking.com (add wine to travel) - Toast/Square (POS expanding to hospitality) - Wine.com/Vivino (e-commerce → experiences) - LVMH/Constellation (wine conglomerates)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Comparable Exits</a:t>
            </a:r>
          </a:p>
          <a:p>
            <a:pPr lvl="0"/>
            <a:r>
              <a:rPr b="1"/>
              <a:t>Resy</a:t>
            </a:r>
            <a:r>
              <a:rPr/>
              <a:t> → American Express: </a:t>
            </a:r>
            <a:r>
              <a:rPr b="1"/>
              <a:t>$70M</a:t>
            </a:r>
            <a:r>
              <a:rPr/>
              <a:t> (2019)</a:t>
            </a:r>
          </a:p>
          <a:p>
            <a:pPr lvl="0"/>
            <a:r>
              <a:rPr b="1"/>
              <a:t>Tock</a:t>
            </a:r>
            <a:r>
              <a:rPr/>
              <a:t> → Squarespace: </a:t>
            </a:r>
            <a:r>
              <a:rPr b="1"/>
              <a:t>$400M</a:t>
            </a:r>
            <a:r>
              <a:rPr/>
              <a:t> (2021)</a:t>
            </a:r>
          </a:p>
          <a:p>
            <a:pPr lvl="0"/>
            <a:r>
              <a:rPr b="1"/>
              <a:t>SevenRooms</a:t>
            </a:r>
            <a:r>
              <a:rPr/>
              <a:t>: $150M Series E valuation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Let’s Build the Future of Wine Tourism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Contact</a:t>
            </a:r>
          </a:p>
          <a:p>
            <a:pPr lvl="0"/>
            <a:r>
              <a:rPr/>
              <a:t>📧 [your email]</a:t>
            </a:r>
          </a:p>
          <a:p>
            <a:pPr lvl="0"/>
            <a:r>
              <a:rPr/>
              <a:t>🌐 [platform website]</a:t>
            </a:r>
          </a:p>
          <a:p>
            <a:pPr lvl="0"/>
            <a:r>
              <a:rPr/>
              <a:t>📱 [phone number]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Next Steps</a:t>
            </a:r>
          </a:p>
          <a:p>
            <a:pPr lvl="0"/>
            <a:r>
              <a:rPr/>
              <a:t>📅 Schedule follow-up meeting</a:t>
            </a:r>
          </a:p>
          <a:p>
            <a:pPr lvl="0"/>
            <a:r>
              <a:rPr/>
              <a:t>📊 Share detailed financial model</a:t>
            </a:r>
          </a:p>
          <a:p>
            <a:pPr lvl="0"/>
            <a:r>
              <a:rPr/>
              <a:t>🍷 Product demo / winery visit in Walla Walla</a:t>
            </a:r>
          </a:p>
          <a:p>
            <a:pPr lvl="0"/>
            <a:r>
              <a:rPr/>
              <a:t>📄 Due diligence materials</a:t>
            </a:r>
          </a:p>
          <a:p>
            <a:pPr lvl="0" indent="0" marL="0">
              <a:buNone/>
            </a:pPr>
            <a:r>
              <a:rPr b="1"/>
              <a:t>Thank you!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Appendix: Detailed Unit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Winery Economics (B2B focus)</a:t>
            </a:r>
          </a:p>
          <a:p>
            <a:pPr lvl="0"/>
            <a:r>
              <a:rPr/>
              <a:t>Average winery: 500 bookings/year (growing)</a:t>
            </a:r>
          </a:p>
          <a:p>
            <a:pPr lvl="0"/>
            <a:r>
              <a:rPr/>
              <a:t>500 × $50 × 4% = </a:t>
            </a:r>
            <a:r>
              <a:rPr b="1"/>
              <a:t>$1,000 revenue/year per winery</a:t>
            </a:r>
          </a:p>
          <a:p>
            <a:pPr lvl="0"/>
            <a:r>
              <a:rPr b="1"/>
              <a:t>Winery LTV (3 years) = $3,000</a:t>
            </a:r>
          </a:p>
          <a:p>
            <a:pPr lvl="0"/>
            <a:r>
              <a:rPr b="1"/>
              <a:t>Cost to acquire winery: $200</a:t>
            </a:r>
          </a:p>
          <a:p>
            <a:pPr lvl="0"/>
            <a:r>
              <a:rPr b="1"/>
              <a:t>Winery LTV/CAC = 15× ✅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User Economics (B2C)</a:t>
            </a:r>
          </a:p>
          <a:p>
            <a:pPr lvl="0"/>
            <a:r>
              <a:rPr/>
              <a:t>Average user books 2.5× in 2 years</a:t>
            </a:r>
          </a:p>
          <a:p>
            <a:pPr lvl="0"/>
            <a:r>
              <a:rPr/>
              <a:t>Platform revenue: $2.50 per user (bookings only)</a:t>
            </a:r>
          </a:p>
          <a:p>
            <a:pPr lvl="0"/>
            <a:r>
              <a:rPr/>
              <a:t>With secondary revenue: $10+ per user</a:t>
            </a:r>
          </a:p>
          <a:p>
            <a:pPr lvl="0"/>
            <a:r>
              <a:rPr b="1"/>
              <a:t>Users drive winery value</a:t>
            </a:r>
            <a:r>
              <a:rPr/>
              <a:t> (B2B2C model)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Appendix: Product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Year 1</a:t>
            </a:r>
          </a:p>
          <a:p>
            <a:pPr lvl="0"/>
            <a:r>
              <a:rPr/>
              <a:t>✅ Core booking platform</a:t>
            </a:r>
          </a:p>
          <a:p>
            <a:pPr lvl="0"/>
            <a:r>
              <a:rPr/>
              <a:t>✅ Winery portal with capacity management</a:t>
            </a:r>
          </a:p>
          <a:p>
            <a:pPr lvl="0"/>
            <a:r>
              <a:rPr/>
              <a:t>✅ Mobile-responsive design</a:t>
            </a:r>
          </a:p>
          <a:p>
            <a:pPr lvl="0"/>
            <a:r>
              <a:rPr/>
              <a:t>✅ Stripe Connect payments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Year 2</a:t>
            </a:r>
          </a:p>
          <a:p>
            <a:pPr lvl="0"/>
            <a:r>
              <a:rPr/>
              <a:t>📱 Native mobile apps (iOS/Android)</a:t>
            </a:r>
          </a:p>
          <a:p>
            <a:pPr lvl="0"/>
            <a:r>
              <a:rPr/>
              <a:t>🎟️ Event ticketing</a:t>
            </a:r>
          </a:p>
          <a:p>
            <a:pPr lvl="0"/>
            <a:r>
              <a:rPr/>
              <a:t>📊 Advanced analytics for wineries</a:t>
            </a:r>
          </a:p>
          <a:p>
            <a:pPr lvl="0"/>
            <a:r>
              <a:rPr/>
              <a:t>🔔 Push notifications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Year 3</a:t>
            </a:r>
          </a:p>
          <a:p>
            <a:pPr lvl="0"/>
            <a:r>
              <a:rPr/>
              <a:t>🍇 Wine club management platform</a:t>
            </a:r>
          </a:p>
          <a:p>
            <a:pPr lvl="0"/>
            <a:r>
              <a:rPr/>
              <a:t>🛒 Wine marketplace integration</a:t>
            </a:r>
          </a:p>
          <a:p>
            <a:pPr lvl="0"/>
            <a:r>
              <a:rPr/>
              <a:t>📚 Wine education content</a:t>
            </a:r>
          </a:p>
          <a:p>
            <a:pPr lvl="0"/>
            <a:r>
              <a:rPr/>
              <a:t>🏢 White-label solutions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 Tourism Booking Platform</dc:title>
  <dc:creator>Founder &amp; CEO</dc:creator>
  <cp:keywords/>
  <dcterms:created xsi:type="dcterms:W3CDTF">2026-01-12T18:16:05Z</dcterms:created>
  <dcterms:modified xsi:type="dcterms:W3CDTF">2026-01-12T18:16:05Z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Raising $750K Seed Round</vt:lpwstr>
  </property>
  <property fmtid="{D5CDD505-2E9C-101B-9397-08002B2CF9AE}" pid="3" name="subtitle">
    <vt:lpwstr>The Resy for Wine Country</vt:lpwstr>
  </property>
</Properties>
</file>